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45720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480560"/>
            <a:ext cx="2377440" cy="2377440"/>
          </a:xfrm>
          <a:prstGeom prst="ellipse">
            <a:avLst/>
          </a:prstGeom>
          <a:solidFill>
            <a:srgbClr val="3FA6D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fs_ppt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964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— MINI PROJECT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0312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File Sync with an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 File Server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 local Windows file server into the cloud — centralized storage, multi-site sync and cloud tiering using Microsoft Azure.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507492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4846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IN" sz="1600" dirty="0"/>
              <a:t>– 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S. MADHURI DEVI, B. LAKSHMI SRAVANTHI,B.YASWANTH,V.KOUSHIK </a:t>
            </a:r>
          </a:p>
          <a:p>
            <a:endParaRPr lang="en-IN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[Id No.]:-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2400032195, 2400032747 , 2400032991 , 2400032964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94360" y="5623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Dr.Raju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Anitha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Dept:-[CSE]   |   [23-09-2026]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single, local file server isn't enough anymore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File Sync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concept, and how it fits with an existing server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844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on-prem server, agent and Azure talk to each other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Used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5844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the project depends on, and why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It 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017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from resource group to a synced folder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617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E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636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Takeaways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00176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we'd improve, and the outcome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file server alone doesn't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still run a Windows file server on-site because staff need fast, familiar drive-letter access. But that server has fixed disks, one location, and no built-in disaster recovery — every GB of growth means buying more storage.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5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5387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afs_ppt/icon_hard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8" y="3709904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43434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keeps running out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493776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disks fill up; scaling means new hardware, every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324612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3730752" y="35387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afs_ppt/ico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928" y="370990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30752" y="43434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for other branches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730752" y="493776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office or remote worker can't reach the same files easily.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324612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5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6656832" y="35387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afs_ppt/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008" y="3709904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56832" y="43434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656832" y="493776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or its disk fails, there is no automatic offsite copy.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26880" y="324612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5F8FA"/>
          </a:solidFill>
          <a:ln/>
        </p:spPr>
      </p:sp>
      <p:sp>
        <p:nvSpPr>
          <p:cNvPr id="21" name="Shape 16"/>
          <p:cNvSpPr/>
          <p:nvPr/>
        </p:nvSpPr>
        <p:spPr>
          <a:xfrm>
            <a:off x="9582912" y="353872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afs_ppt/icon_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088" y="3709904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582912" y="434340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backup &amp; DR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582912" y="4937760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are scripted, on tape/NAS, and rarely tested end-to-end.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Azure File Sync?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is a service that keeps a folder on your on-premises Windows Server in sync with an Azure file share in the cloud. The Azure share becomes the central copy; the local server keeps a fast, cached copy — so users still open files over the normal network drive, but the data is now backed by Azure.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fs_ppt/icon_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3901745"/>
            <a:ext cx="197510" cy="1975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767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sync — every registered server sees the same files.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36168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afs_ppt/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4468673"/>
            <a:ext cx="197510" cy="1975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4334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tiering — cold files move to Azure, freeing local disk.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92861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afs_ppt/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5035601"/>
            <a:ext cx="197510" cy="1975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9011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disaster recovery — data is safe even if the server dies.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309360" y="15087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0B2B4A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FLOWS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29400" y="2194560"/>
            <a:ext cx="4663440" cy="960120"/>
          </a:xfrm>
          <a:prstGeom prst="roundRect">
            <a:avLst>
              <a:gd name="adj" fmla="val 8571"/>
            </a:avLst>
          </a:prstGeom>
          <a:solidFill>
            <a:srgbClr val="1238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812280" y="235915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afs_ppt/icon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46" y="2520818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8952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File Server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7589520" y="26791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+ shared folder, used daily by staff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6629400" y="3227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Azure File Sync Agent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629400" y="3520440"/>
            <a:ext cx="4663440" cy="960120"/>
          </a:xfrm>
          <a:prstGeom prst="roundRect">
            <a:avLst>
              <a:gd name="adj" fmla="val 8571"/>
            </a:avLst>
          </a:prstGeom>
          <a:solidFill>
            <a:srgbClr val="12385A"/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36850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/home/claude/afs_ppt/icon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946" y="3846698"/>
            <a:ext cx="298460" cy="298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95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Sync Service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7589520" y="4005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sync group &amp; endpoints in Azure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6629400" y="4553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Keeps both copies identical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629400" y="4846320"/>
            <a:ext cx="4663440" cy="960120"/>
          </a:xfrm>
          <a:prstGeom prst="roundRect">
            <a:avLst>
              <a:gd name="adj" fmla="val 8571"/>
            </a:avLst>
          </a:prstGeom>
          <a:solidFill>
            <a:srgbClr val="12385A"/>
          </a:solidFill>
          <a:ln/>
        </p:spPr>
      </p:sp>
      <p:sp>
        <p:nvSpPr>
          <p:cNvPr id="29" name="Shape 22"/>
          <p:cNvSpPr/>
          <p:nvPr/>
        </p:nvSpPr>
        <p:spPr>
          <a:xfrm>
            <a:off x="6812280" y="501091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/home/claude/afs_ppt/icon_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3946" y="5172578"/>
            <a:ext cx="298460" cy="298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58952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Share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7589520" y="5330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durable, central cloud copy of every file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sync group ties the on-prem server and the Azure file share together; either side can change a file and the other catches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afs_ppt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8995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Sync agent installed; a local folder is registered as a Server Endpoint.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D8E8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map a normal drive letter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86200" y="3657600"/>
            <a:ext cx="3017520" cy="0"/>
          </a:xfrm>
          <a:prstGeom prst="line">
            <a:avLst/>
          </a:prstGeom>
          <a:noFill/>
          <a:ln w="31750">
            <a:solidFill>
              <a:srgbClr val="3FA6D9"/>
            </a:solidFill>
            <a:prstDash val="solid"/>
            <a:headEnd type="triangle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2062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group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406908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065A82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0" y="4297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/home/claude/afs_ppt/icon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595" y="448787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43400" y="5120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Sync Service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43484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that manages the sync group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635240" y="3657600"/>
            <a:ext cx="2926080" cy="0"/>
          </a:xfrm>
          <a:prstGeom prst="line">
            <a:avLst/>
          </a:prstGeom>
          <a:noFill/>
          <a:ln w="31750">
            <a:solidFill>
              <a:srgbClr val="3FA6D9"/>
            </a:solidFill>
            <a:prstDash val="solid"/>
            <a:headEnd type="triangle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955280" y="2103120"/>
            <a:ext cx="3200400" cy="3566160"/>
          </a:xfrm>
          <a:prstGeom prst="roundRect">
            <a:avLst>
              <a:gd name="adj" fmla="val 2857"/>
            </a:avLst>
          </a:prstGeom>
          <a:solidFill>
            <a:srgbClr val="0B2B4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2960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AZURE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229600" y="26974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afs_ppt/icon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682" y="2899562"/>
            <a:ext cx="373075" cy="37307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229600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Share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Endpoint — lives inside a Storage Account, holds the full, durable copy.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229600" y="489204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1238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22960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by every registered server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services this project uses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fs_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20354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6032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06324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resource that holds the file share and all its data.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90138" y="169164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3591306" y="1892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fs_ppt/icon_f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952" y="203545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1306" y="256032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Share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91306" y="306324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cloud folder — an SMB share reachable from anywhere.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31636" y="169164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432804" y="1892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fs_ppt/icon_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450" y="20354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2804" y="256032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Sync Service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32804" y="306324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regional Azure resource that manages sync groups.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73134" y="169164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274302" y="1892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afs_ppt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948" y="203545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74302" y="256032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Group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274302" y="306324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one cloud endpoint to one or more server endpoints.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3159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afs_ppt/icon_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54" y="445861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9808" y="498348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Endpoint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49808" y="5486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on-prem folder path being kept in sync (via the agent).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90138" y="411480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3591306" y="43159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afs_ppt/icon_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952" y="445861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1306" y="498348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(Entra ID)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591306" y="5486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for signing in to the portal and controlling access.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31636" y="411480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432804" y="43159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/home/claude/afs_ppt/icon_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450" y="4458614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32804" y="498348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(IAM)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32804" y="5486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who can manage the storage account and its keys.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73134" y="4114800"/>
            <a:ext cx="2567178" cy="2148840"/>
          </a:xfrm>
          <a:prstGeom prst="roundRect">
            <a:avLst>
              <a:gd name="adj" fmla="val 3830"/>
            </a:avLst>
          </a:prstGeom>
          <a:solidFill>
            <a:srgbClr val="F5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274302" y="43159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/home/claude/afs_ppt/icon_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6948" y="4458614"/>
            <a:ext cx="263347" cy="26334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74302" y="4983480"/>
            <a:ext cx="2164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(optional)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274302" y="5486400"/>
            <a:ext cx="2164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snapshots of the file share for extra safety.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service is actually doing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3525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used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file share, storage keys and access policies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once, in the resource group for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File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master copy of every project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Mounted by the Storage Sync Service as the cloud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Sync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the sync group and tracks sync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region; monitors sync status from the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the cloud endpoint with the server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change on either side is detected and pushed across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Endpoint /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 the Windows Server, watches the local 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once; registers the server to the sync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AD + IAM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who can sign in and manage these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project admin role can rotate storage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it up,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500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Storage Account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3464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→ Storage Account → choose region and redundancy (LRS).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3500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Azure File Share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83464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storage account, create a file share and set its quota.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35000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Storage Sync Service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83464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Storage Sync Service resource in the same region.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59028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Sync Group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0749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sync group to the file share — this becomes the cloud endpoint.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52544" y="393192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53712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459028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agent on-prem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50749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Azure File Sync agent installer on the Windows Server.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56448" y="393192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238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59028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server &amp; add endpoint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50749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server to the sync service, then add the local folder as a server endpoint.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 in the portal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recreations of the two screens we used most — the sync group overview and the server endpoint status.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349240" cy="384048"/>
          </a:xfrm>
          <a:prstGeom prst="rect">
            <a:avLst/>
          </a:prstGeom>
          <a:solidFill>
            <a:srgbClr val="E9EEF2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011680"/>
            <a:ext cx="109728" cy="109728"/>
          </a:xfrm>
          <a:prstGeom prst="ellipse">
            <a:avLst/>
          </a:prstGeom>
          <a:solidFill>
            <a:srgbClr val="E15C5C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011680"/>
            <a:ext cx="109728" cy="109728"/>
          </a:xfrm>
          <a:prstGeom prst="ellipse">
            <a:avLst/>
          </a:prstGeom>
          <a:solidFill>
            <a:srgbClr val="E8B44A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011680"/>
            <a:ext cx="109728" cy="109728"/>
          </a:xfrm>
          <a:prstGeom prst="ellipse">
            <a:avLst/>
          </a:prstGeom>
          <a:solidFill>
            <a:srgbClr val="59B3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18745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portal.azure.com/ storagesyncservice / syncgroups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5349240" cy="5669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25856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ProjectSyncGroup —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D8E8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044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 share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endpoint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29718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D8E8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3044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registered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endpoints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60520" y="297180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D8E8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3044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4251960"/>
            <a:ext cx="4892040" cy="475488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251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endpoint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4251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afs-share-01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2519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Healthy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4818888"/>
            <a:ext cx="4892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8188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endpoint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48188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SRV-FILE-01  D:\ProjectData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8188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9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Healthy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sync: a few seconds ago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2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1874520"/>
            <a:ext cx="5349240" cy="384048"/>
          </a:xfrm>
          <a:prstGeom prst="rect">
            <a:avLst/>
          </a:prstGeom>
          <a:solidFill>
            <a:srgbClr val="E9EE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428232" y="2011680"/>
            <a:ext cx="109728" cy="109728"/>
          </a:xfrm>
          <a:prstGeom prst="ellipse">
            <a:avLst/>
          </a:prstGeom>
          <a:solidFill>
            <a:srgbClr val="E15C5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47688" y="2011680"/>
            <a:ext cx="109728" cy="109728"/>
          </a:xfrm>
          <a:prstGeom prst="ellipse">
            <a:avLst/>
          </a:prstGeom>
          <a:solidFill>
            <a:srgbClr val="E8B4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67144" y="2011680"/>
            <a:ext cx="109728" cy="109728"/>
          </a:xfrm>
          <a:prstGeom prst="ellipse">
            <a:avLst/>
          </a:prstGeom>
          <a:solidFill>
            <a:srgbClr val="59B3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78040" y="18745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portal.azure.com/ serverendpoint / properties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258568"/>
            <a:ext cx="534924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92240" y="225856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Endpoint — Properties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64108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SRV-FILE-01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392424"/>
            <a:ext cx="4892040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92240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path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4108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D:\ProjectData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3849624"/>
            <a:ext cx="4892040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tiering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641080" y="3886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— 20% free space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4306824"/>
            <a:ext cx="4892040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4343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state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641080" y="4343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92240" y="4764024"/>
            <a:ext cx="4892040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92240" y="4800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8641080" y="4800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92240" y="5221224"/>
            <a:ext cx="4892040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92240" y="5257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synced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641080" y="5257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 items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setup actually gave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fs_ppt/icon_uploa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Freed-up local disk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848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tiering moved cold files to Azure automatically — the same server disk now holds far more than its physical size.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afs_ppt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61" y="19037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disaster recovery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20848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 file share is the durable copy; even a full server crash doesn't mean lost data.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fs_ppt/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09834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files, any site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27939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server (or a new one) can join the same sync group and get every file automatically.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afs_ppt/icon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1" y="409834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8660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for end users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086600" y="427939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still use a normal mapped drive — the sync happens in the background, nothing to relearn.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ran 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8E8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sync took a while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66420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sync has to walk every file, so a large folder took noticeably longer than later, incremental syncs.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1672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8E8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15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outbound access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71576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needs outbound HTTPS to Azure; a locked-down network needed a couple of endpoints allow-listed first.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1091672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8E8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67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cloud tiering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76732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some testing to see how 'free space policy' decides which files stay local versus move to the cloud.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11091672" cy="0"/>
          </a:xfrm>
          <a:prstGeom prst="line">
            <a:avLst/>
          </a:prstGeom>
          <a:noFill/>
          <a:ln w="9525">
            <a:solidFill>
              <a:srgbClr val="EBE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46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8E8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8188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storage keys safe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81888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keys give full access — we moved to role-based access for day-to-day use instead of sharing keys.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206240" cy="42062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file server that just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let us keep the on-premises server our users already know, while Azure quietly took over storage growth, backup and multi-site access in the background.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afs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843052"/>
            <a:ext cx="184343" cy="184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272491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performance, cloud durability — best of both.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fs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34597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32278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editing a quota, not buying new disks.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afs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848892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7307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real organisations use for hybrid storage today.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1363</Words>
  <Application>Microsoft Office PowerPoint</Application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kula deepak</cp:lastModifiedBy>
  <cp:revision>2</cp:revision>
  <dcterms:created xsi:type="dcterms:W3CDTF">2026-09-22T16:55:05Z</dcterms:created>
  <dcterms:modified xsi:type="dcterms:W3CDTF">2026-09-23T02:00:12Z</dcterms:modified>
</cp:coreProperties>
</file>